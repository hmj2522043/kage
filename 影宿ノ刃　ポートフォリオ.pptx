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788F88-A784-46F8-8B61-94E0F5E7A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668BA7-7BD4-48E8-AE44-B3A4085DD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FE8DC-CDCC-4649-AD0C-FC4DC598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74463E-5221-4571-A67A-4146BE46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198C4F-D4A6-4F63-AF8F-AC26E459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91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C2AD7-92D4-41E0-89E0-DF4DEBFC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27CF06-5274-4F3A-A7C3-362E5F72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E61D25-C543-43C2-9497-7734AB21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D7C01C-BB4C-45BC-A576-7FD3A278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E8FDE4-51F7-42FF-8AE1-288DA625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94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DEEB7B-E4DA-4B37-AB64-0C3888C1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DB865-B2CC-42B4-AAFC-47E68A7B9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0BB11-B03F-4DEA-8EE3-C8E110DD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55C1DE-3423-4930-8CDF-07D8B37C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33A73C-EEBB-4AA6-885C-437EEBA1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537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3B066-DD3A-45A2-83DB-98F93C2F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D924B6-8994-447A-9F4B-AB8CBD65C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64AB26-0386-46DB-8428-F1F2BD70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0F9E80-31D6-4A4A-9DA5-DA7FBC3E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12266B-50FA-4AD8-A415-090B115D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BD5D70-7914-4466-AA3F-2948357B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93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B4237-DEB2-4A18-9B01-4C715EFC7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114223-576C-49F7-AB70-6BDD35A5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D7EE3D-7DF8-4FBB-A69F-77A08EE0A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3DE95B-6519-4268-ACA1-D334DEB12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193554-3AA1-4D62-82EE-EC322C64F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6DCF6F-A919-4E01-A664-27448DA6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A369C12-0746-437A-9F0B-496476B5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D1F85E-0D8A-4475-9F1C-678E6A7F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10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0593C-4B6F-4B29-8A07-6902CFA0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7CF705-532C-4384-B90C-246688B4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7352E9-B83C-4829-AA13-22E94041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6E7594-B1EE-4548-B457-E816F373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93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D8C8C2-3E65-4A72-BFB5-14C733B4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859DAD-739A-436D-AA49-7F0A4CDD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1E0745-6C18-400A-898B-7BAEB234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00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07612-F269-48A1-80C8-9F7C1BDF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7CF796-284E-484E-B1C6-184C30DF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614768-E6EA-429C-A0F4-9E83F8EF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F41D5-0010-4E02-87F4-60CFCA1F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9F2A9E-1485-4213-BEB4-ED706E7E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BAB3E7-83D0-4D6B-8E74-8BD38BCF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78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2445ED-C96B-4F2C-801F-AC75DD91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9E26869-3326-490B-BD03-D9B4C9EFB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566A1F-FDBD-4B83-81E4-5F8A2859E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D6EF2F-4395-4A30-BA98-B4D8FF2B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0CC4B8-815C-4B73-8F77-BC7D48A4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A3A384-5ECC-45C9-BD9D-E1A4A68C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42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72509-975F-43E0-B0D5-F4F1C2D9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742798-C09F-4578-B894-BEF0417DC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F4B58E-FCAB-4BE7-8EA0-D4019569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CE53C6-674C-4407-9E45-D3D20092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2C2F8-6B80-48C8-8D9C-CDF4A26C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02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9A3B1B7-3F99-4D27-B6CB-071F221B3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EB7203-98B7-4260-9415-1E7656B96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11C127-78B6-4EB1-986B-18D89C4F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3714C6-4E65-44A6-8E2F-9DA3AC93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0E71AE-FC86-41B3-A0E2-85B1B6F5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21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6000"/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1B3ACD-2385-4A9C-BEF5-49A72076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70EE11-B38E-42C0-81AD-FD0A206B4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4EF7C7-7261-418A-AD1E-5517B3C35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C047D-A942-4E0E-A3C8-6860E476BCB9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82DE1-728E-41F1-8B89-63A634F1C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5A98DF-488E-4DD0-B571-C6455E62A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B0AE2-48E8-4A08-8F89-1255BA96D4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79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g-Cy8aeA5E" TargetMode="External"/><Relationship Id="rId2" Type="http://schemas.openxmlformats.org/officeDocument/2006/relationships/hyperlink" Target="https://github.com/hmj2522043/KAG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23053C-5B1F-4B55-B0D0-B13ACCA773E9}"/>
              </a:ext>
            </a:extLst>
          </p:cNvPr>
          <p:cNvSpPr txBox="1"/>
          <p:nvPr/>
        </p:nvSpPr>
        <p:spPr>
          <a:xfrm>
            <a:off x="1442433" y="906184"/>
            <a:ext cx="2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影宿ノ刃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C7A887-BF8C-418B-B0EE-2218619722EF}"/>
              </a:ext>
            </a:extLst>
          </p:cNvPr>
          <p:cNvSpPr txBox="1"/>
          <p:nvPr/>
        </p:nvSpPr>
        <p:spPr>
          <a:xfrm>
            <a:off x="1442433" y="2131358"/>
            <a:ext cx="4161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《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ジャンル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》</a:t>
            </a: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2D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オートスクロールランアクション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874442-BE2C-46DB-B2DD-E56C38737477}"/>
              </a:ext>
            </a:extLst>
          </p:cNvPr>
          <p:cNvSpPr txBox="1"/>
          <p:nvPr/>
        </p:nvSpPr>
        <p:spPr>
          <a:xfrm>
            <a:off x="1442433" y="314400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《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制作人数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》</a:t>
            </a:r>
          </a:p>
          <a:p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8E99DC5-2C33-4E70-80BC-1E7A3E88C000}"/>
              </a:ext>
            </a:extLst>
          </p:cNvPr>
          <p:cNvSpPr txBox="1"/>
          <p:nvPr/>
        </p:nvSpPr>
        <p:spPr>
          <a:xfrm>
            <a:off x="1442433" y="4156646"/>
            <a:ext cx="3583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《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制作期間</a:t>
            </a:r>
            <a:r>
              <a:rPr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》</a:t>
            </a:r>
          </a:p>
          <a:p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約一か月（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2026</a:t>
            </a:r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2/25</a:t>
            </a:r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開始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117756-8F31-4A99-8850-C507EE40CDE9}"/>
              </a:ext>
            </a:extLst>
          </p:cNvPr>
          <p:cNvSpPr/>
          <p:nvPr/>
        </p:nvSpPr>
        <p:spPr>
          <a:xfrm>
            <a:off x="1431235" y="5156681"/>
            <a:ext cx="932953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chemeClr val="tx1"/>
                </a:solidFill>
              </a:rPr>
              <a:t>Github</a:t>
            </a:r>
            <a:r>
              <a:rPr lang="ja-JP" altLang="en-US" b="1" dirty="0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</a:rPr>
              <a:t>:</a:t>
            </a:r>
            <a:r>
              <a:rPr lang="ja-JP" altLang="en-US" b="1" dirty="0">
                <a:solidFill>
                  <a:schemeClr val="tx1"/>
                </a:solidFill>
              </a:rPr>
              <a:t> </a:t>
            </a:r>
            <a:r>
              <a:rPr lang="en-US" altLang="ja-JP" b="1" dirty="0">
                <a:solidFill>
                  <a:schemeClr val="tx1"/>
                </a:solidFill>
                <a:hlinkClick r:id="rId2"/>
              </a:rPr>
              <a:t>https://github.com/hmj2522043/KAGE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266CDF2-8611-4861-9C16-4C45E716F890}"/>
              </a:ext>
            </a:extLst>
          </p:cNvPr>
          <p:cNvSpPr/>
          <p:nvPr/>
        </p:nvSpPr>
        <p:spPr>
          <a:xfrm>
            <a:off x="1431235" y="5773119"/>
            <a:ext cx="932953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chemeClr val="tx1"/>
                </a:solidFill>
              </a:rPr>
              <a:t>Youtube</a:t>
            </a:r>
            <a:r>
              <a:rPr kumimoji="1" lang="en-US" altLang="ja-JP" b="1" dirty="0">
                <a:solidFill>
                  <a:schemeClr val="tx1"/>
                </a:solidFill>
              </a:rPr>
              <a:t> : </a:t>
            </a:r>
            <a:r>
              <a:rPr kumimoji="1" lang="en-US" altLang="ja-JP" b="1" dirty="0">
                <a:solidFill>
                  <a:schemeClr val="tx1"/>
                </a:solidFill>
                <a:hlinkClick r:id="rId3"/>
              </a:rPr>
              <a:t>https://youtu.be/tg-Cy8aeA5E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5DDA5D-476A-4473-B0A8-81B000251162}"/>
              </a:ext>
            </a:extLst>
          </p:cNvPr>
          <p:cNvSpPr txBox="1"/>
          <p:nvPr/>
        </p:nvSpPr>
        <p:spPr>
          <a:xfrm>
            <a:off x="5604150" y="3161853"/>
            <a:ext cx="2930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《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制作環境</a:t>
            </a:r>
            <a:r>
              <a:rPr kumimoji="1"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》</a:t>
            </a: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</a:t>
            </a:r>
            <a:r>
              <a:rPr lang="en-US" altLang="ja-JP" dirty="0" err="1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VisualStudio</a:t>
            </a:r>
            <a:r>
              <a:rPr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2022</a:t>
            </a:r>
          </a:p>
          <a:p>
            <a:r>
              <a:rPr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  DX</a:t>
            </a:r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ライブラリ（</a:t>
            </a:r>
            <a:r>
              <a:rPr lang="en-US" altLang="ja-JP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C++</a:t>
            </a:r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）</a:t>
            </a:r>
            <a:endParaRPr kumimoji="1" lang="ja-JP" altLang="en-US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CB55D7-D315-4551-BA13-7C36811E2C11}"/>
              </a:ext>
            </a:extLst>
          </p:cNvPr>
          <p:cNvSpPr txBox="1"/>
          <p:nvPr/>
        </p:nvSpPr>
        <p:spPr>
          <a:xfrm>
            <a:off x="5604150" y="1367849"/>
            <a:ext cx="44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姫路情報</a:t>
            </a:r>
            <a:r>
              <a:rPr kumimoji="1" lang="en-US" altLang="ja-JP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IT</a:t>
            </a:r>
            <a:r>
              <a:rPr kumimoji="1" lang="ja-JP" altLang="en-US" u="sng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クリエイター専門学校　田中雅隼</a:t>
            </a:r>
          </a:p>
        </p:txBody>
      </p:sp>
    </p:spTree>
    <p:extLst>
      <p:ext uri="{BB962C8B-B14F-4D97-AF65-F5344CB8AC3E}">
        <p14:creationId xmlns:p14="http://schemas.microsoft.com/office/powerpoint/2010/main" val="371765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0414A7-E083-4A22-97C2-BDBD8F4AA01A}"/>
              </a:ext>
            </a:extLst>
          </p:cNvPr>
          <p:cNvSpPr/>
          <p:nvPr/>
        </p:nvSpPr>
        <p:spPr>
          <a:xfrm>
            <a:off x="812022" y="3980408"/>
            <a:ext cx="7572124" cy="203819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進級制作として本作を企画・制作しました。</a:t>
            </a:r>
            <a:b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</a:br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ランゲームでは、障害物を避けながら進むものや、遠距離攻撃で敵を倒すものが多いと感じていました。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その中で、「敵を斬りながら前進する」という近距離アクションを軸にしたランゲームは比較的少ないのではないかと考え、本作の制作に至りました。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64E2F4-D80A-437D-B68A-5561FDD3D9ED}"/>
              </a:ext>
            </a:extLst>
          </p:cNvPr>
          <p:cNvSpPr/>
          <p:nvPr/>
        </p:nvSpPr>
        <p:spPr>
          <a:xfrm>
            <a:off x="655423" y="3442625"/>
            <a:ext cx="2173357" cy="67586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</a:t>
            </a:r>
            <a:r>
              <a:rPr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動機</a:t>
            </a:r>
            <a:endParaRPr kumimoji="1" lang="ja-JP" altLang="en-US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DB5A2B-D678-4A37-B85A-67623725AB8A}"/>
              </a:ext>
            </a:extLst>
          </p:cNvPr>
          <p:cNvSpPr/>
          <p:nvPr/>
        </p:nvSpPr>
        <p:spPr>
          <a:xfrm>
            <a:off x="812022" y="839395"/>
            <a:ext cx="10567956" cy="240337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プレイヤーが右方向へ走り続けるランアクションゲームです。</a:t>
            </a:r>
            <a:br>
              <a:rPr lang="ja-JP" altLang="en-US" sz="1600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</a:br>
            <a:r>
              <a:rPr lang="ja-JP" altLang="en-US" sz="1600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二段ジャンプや急降下で敵を回避しつつ、斬撃で敵を倒しながらスコアを稼ぎます。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敵に接近して攻撃すると「会心斬」が発生し、必殺ゲージを効率よく獲得できます。さらに連続撃破によるコンボシステムを導入しており、積極的な立ち回りほど高スコアを狙える設計にしました。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一方で、攻めすぎると被弾リスクが高まるため、瞬時の判断力が求められるゲーム性となっています。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ACCE09-453E-4E9A-A22E-0504A8752E4A}"/>
              </a:ext>
            </a:extLst>
          </p:cNvPr>
          <p:cNvSpPr/>
          <p:nvPr/>
        </p:nvSpPr>
        <p:spPr>
          <a:xfrm>
            <a:off x="644736" y="501465"/>
            <a:ext cx="2507927" cy="67586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ゲーム概要</a:t>
            </a:r>
            <a:endParaRPr kumimoji="1" lang="ja-JP" altLang="en-US" sz="3200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31AEB8E-FB9C-421B-AC83-D9EC96EADD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05"/>
          <a:stretch/>
        </p:blipFill>
        <p:spPr>
          <a:xfrm>
            <a:off x="8906814" y="3615229"/>
            <a:ext cx="2915992" cy="297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1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1DF614-08BF-4EBA-9C19-7EB515DC1EF4}"/>
              </a:ext>
            </a:extLst>
          </p:cNvPr>
          <p:cNvSpPr/>
          <p:nvPr/>
        </p:nvSpPr>
        <p:spPr>
          <a:xfrm>
            <a:off x="812022" y="488213"/>
            <a:ext cx="10567956" cy="599210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0" rtlCol="0" anchor="t"/>
          <a:lstStyle/>
          <a:p>
            <a:r>
              <a:rPr lang="ja-JP" altLang="en-US" sz="3200" u="sng" dirty="0">
                <a:solidFill>
                  <a:schemeClr val="tx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画面の振動処理</a:t>
            </a:r>
            <a:endParaRPr lang="en-US" altLang="ja-JP" sz="3200" u="sng" dirty="0">
              <a:solidFill>
                <a:schemeClr val="tx1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1600" u="sng" dirty="0">
              <a:solidFill>
                <a:schemeClr val="tx1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敵への斬撃や被弾時に、画面を軽く揺らすシェイク演出を実装しました。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制作中、敵を倒す処理自体は完成していたものの、攻撃時の手応えが弱いことが課題でした。そこで他のゲームの演出を観察した結果、多くの作品でアクション時に</a:t>
            </a:r>
            <a:r>
              <a:rPr lang="ja-JP" altLang="en-US" sz="1600" u="sng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画面シェイク</a:t>
            </a:r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が使われていることに気づき、視覚的な要素の不足が原因だと考えました。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実装後は攻撃時の爽快感や衝突時のインパクトが向上し、ゲーム全体の手触り改善に繋がりました。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831F35B-613D-4DB7-9BD0-D795743D8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96" y="3176486"/>
            <a:ext cx="6011768" cy="1570563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AABCF88-9427-46F7-B224-EF17E97F2605}"/>
              </a:ext>
            </a:extLst>
          </p:cNvPr>
          <p:cNvSpPr txBox="1"/>
          <p:nvPr/>
        </p:nvSpPr>
        <p:spPr>
          <a:xfrm>
            <a:off x="8993346" y="4429949"/>
            <a:ext cx="2239618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Gamemain.cpp</a:t>
            </a:r>
            <a:r>
              <a:rPr kumimoji="1" lang="ja-JP" altLang="en-US" sz="1400" dirty="0"/>
              <a:t>　</a:t>
            </a:r>
            <a:r>
              <a:rPr kumimoji="1" lang="en-US" altLang="ja-JP" sz="1400" dirty="0"/>
              <a:t>271</a:t>
            </a:r>
            <a:r>
              <a:rPr kumimoji="1" lang="ja-JP" altLang="en-US" sz="1400" dirty="0"/>
              <a:t>行目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D266520-68D8-4DD9-8333-4FFF9453D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50" y="3176486"/>
            <a:ext cx="3968133" cy="299605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7920FDC-CBC5-43B1-A513-2A313AC32118}"/>
              </a:ext>
            </a:extLst>
          </p:cNvPr>
          <p:cNvSpPr txBox="1"/>
          <p:nvPr/>
        </p:nvSpPr>
        <p:spPr>
          <a:xfrm>
            <a:off x="3954374" y="5864759"/>
            <a:ext cx="2239618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Gamemain.cpp</a:t>
            </a:r>
            <a:r>
              <a:rPr kumimoji="1" lang="ja-JP" altLang="en-US" sz="1400" dirty="0"/>
              <a:t>　</a:t>
            </a:r>
            <a:r>
              <a:rPr kumimoji="1" lang="en-US" altLang="ja-JP" sz="1400" dirty="0"/>
              <a:t>207</a:t>
            </a:r>
            <a:r>
              <a:rPr kumimoji="1" lang="ja-JP" altLang="en-US" sz="1400" dirty="0"/>
              <a:t>行目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EB16E25-9D6D-429B-BFCA-C3D6DB3FA68A}"/>
              </a:ext>
            </a:extLst>
          </p:cNvPr>
          <p:cNvSpPr/>
          <p:nvPr/>
        </p:nvSpPr>
        <p:spPr>
          <a:xfrm>
            <a:off x="477078" y="347534"/>
            <a:ext cx="3477296" cy="67586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制作で工夫した点</a:t>
            </a:r>
          </a:p>
        </p:txBody>
      </p:sp>
    </p:spTree>
    <p:extLst>
      <p:ext uri="{BB962C8B-B14F-4D97-AF65-F5344CB8AC3E}">
        <p14:creationId xmlns:p14="http://schemas.microsoft.com/office/powerpoint/2010/main" val="134122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059EA4-358A-4B42-B810-852B14C7AA14}"/>
              </a:ext>
            </a:extLst>
          </p:cNvPr>
          <p:cNvSpPr/>
          <p:nvPr/>
        </p:nvSpPr>
        <p:spPr>
          <a:xfrm>
            <a:off x="812022" y="432950"/>
            <a:ext cx="10567956" cy="599210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0" rtlCol="0" anchor="t"/>
          <a:lstStyle/>
          <a:p>
            <a:endParaRPr lang="en-US" altLang="ja-JP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構想段階では「ステージ制のゲーム」として考えていたのですが、敵の見た目やアニメーションの諸々で</a:t>
            </a:r>
            <a:r>
              <a:rPr lang="en-US" altLang="ja-JP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Photoshop</a:t>
            </a:r>
            <a:r>
              <a:rPr lang="ja-JP" altLang="en-US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にばかりこだわってしまい、肝心のゲーム制作に割く時間が短くなってしまったことです。</a:t>
            </a:r>
            <a:endParaRPr lang="en-US" altLang="ja-JP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時間配分とスケジュール管理の大切さを学び、以降の制作では「今ほんとにそれが重要か」を考えるようになりました。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EF2FC2A-1998-418A-AF82-EC917B4C3B3C}"/>
              </a:ext>
            </a:extLst>
          </p:cNvPr>
          <p:cNvSpPr/>
          <p:nvPr/>
        </p:nvSpPr>
        <p:spPr>
          <a:xfrm>
            <a:off x="812022" y="432950"/>
            <a:ext cx="3477296" cy="675860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制作の反省点</a:t>
            </a:r>
          </a:p>
        </p:txBody>
      </p:sp>
    </p:spTree>
    <p:extLst>
      <p:ext uri="{BB962C8B-B14F-4D97-AF65-F5344CB8AC3E}">
        <p14:creationId xmlns:p14="http://schemas.microsoft.com/office/powerpoint/2010/main" val="365655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446</Words>
  <Application>Microsoft Office PowerPoint</Application>
  <PresentationFormat>ワイド画面</PresentationFormat>
  <Paragraphs>32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HGP創英角ｺﾞｼｯｸUB</vt:lpstr>
      <vt:lpstr>HGS創英角ｺﾞｼｯｸUB</vt:lpstr>
      <vt:lpstr>HG創英角ｺﾞｼｯｸUB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 雅隼</dc:creator>
  <cp:lastModifiedBy>田中 雅隼</cp:lastModifiedBy>
  <cp:revision>25</cp:revision>
  <dcterms:created xsi:type="dcterms:W3CDTF">2026-05-13T01:35:54Z</dcterms:created>
  <dcterms:modified xsi:type="dcterms:W3CDTF">2026-06-05T07:08:16Z</dcterms:modified>
</cp:coreProperties>
</file>